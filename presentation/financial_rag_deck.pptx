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Financial Document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7A33"/>
                </a:solidFill>
              </a:defRPr>
            </a:pPr>
            <a:r>
              <a:t>Architecture Walkthrough &amp;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2F2F2"/>
                </a:solidFill>
              </a:defRPr>
            </a:pPr>
            <a:r>
              <a:t>Retrieval-Augmented Generation for grounded, citable answers over financial filings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7D91"/>
                </a:solidFill>
              </a:defRPr>
            </a:pPr>
            <a:r>
              <a:t>Financial analysts drown in dense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164592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Document Volume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100+ page 10-Ks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Multiple companies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Quarterly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657600" cy="164592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Keyword Search Fails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'sales' ≠ 'revenue'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Misses synonyms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Misses paraphrases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657600" cy="164592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LLMs Alone Hallucinate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Stale training data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Makes up numbers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3A5F"/>
                </a:solidFill>
              </a:defRPr>
            </a:pPr>
            <a:r>
              <a:t>RAG bridges this: keep the LLM's reasoning, ground it in real, retrievable, citable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▪ Retrieve only what's relevant - no context window limits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▪ Every answer cites its source - traceability for finance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▪ Update knowledge by re-indexing - no expensive 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Approach: Two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Separation of concerns is critical for production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OFFLINE PIPELINE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(Run when documents are added)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128016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Parse PDFs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743200"/>
            <a:ext cx="45720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94560" y="2468880"/>
            <a:ext cx="914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743200"/>
            <a:ext cx="45720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2468880"/>
            <a:ext cx="914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2743200"/>
            <a:ext cx="45720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2468880"/>
            <a:ext cx="914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Slow, batch-style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303520" cy="64008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ONLINE PIPELINE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(Run on every user query)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10058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 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7432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0" y="2468880"/>
            <a:ext cx="914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27432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2468880"/>
            <a:ext cx="914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Rerank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27432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2468880"/>
            <a:ext cx="128016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Fast, real-time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</a:defRPr>
            </a:pPr>
            <a:r>
              <a:t>Why separate?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▪ Don't re-parse documents on every query (slow + expensive)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▪ Index once, query many times - classic compute-storage trade-off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▪ Independent scaling: ingestion can be batch (Cloud Batch), queries can be on-demand (Cloud Run)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▪ Different SLAs: ingestion can take minutes; queries must respond in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Five core components, each independently swappable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463040" cy="640080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PDF Files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874519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94560" y="1554480"/>
            <a:ext cx="146304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Parser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(unstructured)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1874519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31920" y="1554480"/>
            <a:ext cx="146304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Chunker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(800 chars)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874519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1554480"/>
            <a:ext cx="146304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Embedder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(MiniLM)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1874519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06640" y="1554480"/>
            <a:ext cx="164592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Vector Store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(ChromaDB)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926080"/>
            <a:ext cx="228600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VECTOR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(ChromaDB +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HNSW Index)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858000" y="2194560"/>
            <a:ext cx="1371600" cy="73152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937760"/>
            <a:ext cx="1554480" cy="64008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Question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52578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86000" y="4937760"/>
            <a:ext cx="146304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Embed Query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49039" y="4572000"/>
            <a:ext cx="1188721" cy="68580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" y="4572000"/>
            <a:ext cx="274319" cy="36576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4937760"/>
            <a:ext cx="155448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Reranker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(Cross-Enc)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0" y="52578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26880" y="4937760"/>
            <a:ext cx="1280160" cy="64008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LLM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(Gemini)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607040" y="5257800"/>
            <a:ext cx="27432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881360" y="4937760"/>
            <a:ext cx="1097280" cy="64008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</a:defRPr>
            </a:pPr>
            <a:r>
              <a:t>INDEXING (offline)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33"/>
                </a:solidFill>
              </a:defRPr>
            </a:pPr>
            <a:r>
              <a:t>QUERY (online)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Dependency injection throughout - swap any component without touching the 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Indexing Pipeline: Key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Where most of the engineering nuance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Primary: unstructured library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handles complex PDF layouts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Fallback: PyMuPDF (lighter)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resilience for prod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Strategy: 'fast' (no OCR)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Tracks page numbers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enables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CHUNKER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Recursive splitting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respects natural boundaries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¶, sentence, word, char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800 chars + 200 overlap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tested empirically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Page metadata preserved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'NVDA 10-K, page 15'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576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EMBEDDER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all-MiniLM-L6-v2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80MB, 384-dim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Local inference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no API costs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no data leaves system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Lazy loading pattern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  → fast startup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1274552" cy="548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333333"/>
                </a:solidFill>
              </a:defRPr>
            </a:pPr>
            <a:r>
              <a:t>Bug story: original chunker ignored chunk_size param - found via evaluation, fixed it, real comparisons emerged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Retrieval: The Two-Stage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Standard pattern in production search systems (Bing, Google use this)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1: VECTOR SEARCH (Bi-Encoder)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Query and docs embedded SEPARATELY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Compare with cosine similarity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Fast: 1146 chunks → 20 in milliseconds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Approximate (HNSW algorithm)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Trade-off: speed &gt;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4864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2: RERANK (Cross-Encoder)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Query + doc processed TOGETHER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Captures word-level interactions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Slow: rescoring 20 docs adds ~500ms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Much more precise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Trade-off: precision &gt;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1146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914400" cy="548640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1146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5303520"/>
            <a:ext cx="64008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94560" y="4937760"/>
            <a:ext cx="1280160" cy="73152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TOP 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5303520"/>
            <a:ext cx="640080" cy="0"/>
          </a:xfrm>
          <a:prstGeom prst="bentConnector3">
            <a:avLst/>
          </a:prstGeom>
          <a:ln w="3175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4937760"/>
            <a:ext cx="1097280" cy="73152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All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7D91"/>
                </a:solidFill>
              </a:defRPr>
            </a:pPr>
            <a:r>
              <a:t>Bi-Encoder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A33"/>
                </a:solidFill>
              </a:defRPr>
            </a:pPr>
            <a:r>
              <a:t>Cross-Encoder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Why both?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Bi-encoder alone → fast but imprecise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Cross-encoder alone → can't scale to whole DB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Together: best of both worlds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Generation: Preventing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Critical for finance - made-up numbers are a non-starter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"Use ONLY the provided context"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Explicit, non-negotiable constraint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Versioned like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ALLOW "I DON'T KNOW"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Permission to refuse is critical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Better to say nothing than wrong thing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Demo'd in live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4864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LOW TEMPERATURE (0.1)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Deterministic but not stuck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Factual responses, no creativity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(0.7+ for creative writing)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4864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CITATION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389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Source labels in every chunk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[nvidia-10k.pdf, page 15]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LLM learns to cite naturally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52160"/>
            <a:ext cx="11274552" cy="64008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Model: Gemini 2.5 Flash  |  Wrapper class makes it trivial to swap to Claude, GPT-4, or any other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An ML system without evaluation is just guessing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Precision@K: of retrieved chunks, how many are relevant?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Recall@K: of relevant chunks, how many were retrieved?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Compares retrieved chunk IDs vs ground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Faithfulness: is answer grounded in context?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Relevance: does it answer the question?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LLM-as-judge for scalable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5486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End-to-end latency (ms)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Per-stage breakdown (retrieval/rerank/LLM)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Throughput, cost per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4864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EXPERIMENT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Every run logged with config + results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JSON + CSV export for analysis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Compare experiments via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Test set: 10 curated questions across NVIDIA &amp; Apple 10-Ks with verified 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Experimental Results: Chunk Size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Data-driven decisions on chunking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8288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Chunk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18288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Total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18288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Precision@5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18288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Recall@5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18288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554480"/>
            <a:ext cx="1371600" cy="54864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03120"/>
            <a:ext cx="1828800" cy="50292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0312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2,134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0.340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0.567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3,046ms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103120"/>
            <a:ext cx="1371600" cy="50292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51760"/>
            <a:ext cx="1828800" cy="50292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65176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1,146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5176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0.340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5176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0.567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5176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3,416ms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651760"/>
            <a:ext cx="1371600" cy="50292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00400"/>
            <a:ext cx="1828800" cy="50292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20040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742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0040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0.300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0040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0.500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00400"/>
            <a:ext cx="182880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5,404ms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00400"/>
            <a:ext cx="1371600" cy="50292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A5F"/>
                </a:solidFill>
              </a:defRPr>
            </a:pPr>
            <a:r>
              <a:t>Key insights: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Smaller chunks (400-800) outperform larger chunks on BOTH precision AND latency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1200-char chunks lose context granularity → precision drops 12%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Latency jumps 77% (3s → 5.4s) with larger chunks - more text per LLM call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The bug: original chunker ignored chunk_size param. Fixed → meaningful comparisons emerged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Three questions to showcase: precision, multi-document, graceful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57600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1: SPECIFIC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"What was NVIDIA's revenue for FY2024?"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Tests: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Specific fact retrieval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Number precision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Source citation (page 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657600" cy="6400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2: MULTI-DOC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"Compare risk factors for both companies."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Tests: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Cross-document retrieval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Synthesis across sources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Multiple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657600" cy="64008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 3: GRACEFUL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"When was the CEO born?"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Tests: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Hallucination prevention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"I don't know" behavior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• System honesty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74552" cy="6400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 Switch to Streamlit app now 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Production &amp; GCP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Architecture maps cleanly - swap implementations, keep interfaces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5029200" cy="548640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LOCAL (today)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02920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GCP (production)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ChromaDB (local files)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Vertex AI Vector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Sentence Transformers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Vertex AI Embeddings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Streamlit (single user)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 Run (auto-scaling)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Gemini API direct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Vertex AI Gemini (enterprise)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Local Python 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 Batch / Cloud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5029200" cy="41148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Local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029200" cy="41148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 Logging + Cloud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5F"/>
                </a:solidFill>
              </a:defRPr>
            </a:pPr>
            <a:r>
              <a:t>Plus production essentials: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▪ Memorystore for query/embedding caching   ▪ Cloud Monitoring + alerts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▪ A/B testing framework for safe experiments   ▪ Multi-region for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What I'd tell another engineer building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731520" cy="73152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</a:defRPr>
            </a:pPr>
            <a:r>
              <a:t>Build Evaluation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Without metrics, you can't tell if changes are improvements. The chunker bug only surfaced because I was running rigorous experiments. Evaluation is not optional - it's how you know your system actually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731520" cy="73152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</a:defRPr>
            </a:pPr>
            <a:r>
              <a:t>Two-Stage Retrieval is Production-Grade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The bi-encoder + cross-encoder pattern isn't optional for serious RAG. Skipping reranking is the difference between mediocre and good results. This is how every major search system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731520" cy="731520"/>
          </a:xfrm>
          <a:prstGeom prst="roundRect">
            <a:avLst/>
          </a:prstGeom>
          <a:solidFill>
            <a:srgbClr val="E87A33"/>
          </a:solidFill>
          <a:ln>
            <a:solidFill>
              <a:srgbClr val="E8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</a:defRPr>
            </a:pPr>
            <a:r>
              <a:t>Prompt Engineering IS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Treat the system prompt as critical, versioned infrastructure. Explicit constraints, fallback behaviors, citation requirements - this is what separates a hallucinating system from a trustworthy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What I'd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Roadmap if I had another sprint on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</a:defRPr>
            </a:pPr>
            <a:r>
              <a:t>Hybrid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Combine semantic search with BM25 keyword search for better coverage on financial terminology and exact term matches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486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</a:defRPr>
            </a:pPr>
            <a:r>
              <a:t>Query Rewriting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Use a smaller LLM to expand or clarify ambiguous queries before retrieval - improves recall significantly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486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</a:defRPr>
            </a:pPr>
            <a:r>
              <a:t>Caching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Common questions are common. Cache (query → embedding) and (query → answer) at multiple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5486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</a:defRPr>
            </a:pPr>
            <a:r>
              <a:t>Domain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Fine-tune the reranker on financial Q&amp;A data for better precision on domain-specific terminology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548640" cy="548640"/>
          </a:xfrm>
          <a:prstGeom prst="roundRect">
            <a:avLst/>
          </a:prstGeom>
          <a:solidFill>
            <a:srgbClr val="2C7D91"/>
          </a:solidFill>
          <a:ln>
            <a:solidFill>
              <a:srgbClr val="2C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</a:defRPr>
            </a:pPr>
            <a:r>
              <a:t>Multi-Modal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Financial docs have charts and tables that pure text extraction misses - integrate vision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7D91"/>
                </a:solidFill>
              </a:defRPr>
            </a:pPr>
            <a:r>
              <a:t>Honesty about what's not yet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Single-Tenant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Not multi-user safe - would need user-scoped collections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7D91"/>
                </a:solidFill>
              </a:defRPr>
            </a:pPr>
            <a:r>
              <a:t>→ Solution: collection-per-user pattern in Vertex AI Vector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Table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Financial docs have tables (income statements, balance sheets) that pure text extraction handles poorly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7D91"/>
                </a:solidFill>
              </a:defRPr>
            </a:pPr>
            <a:r>
              <a:t>→ Solution: integrate Camelot or unstructured's table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Conversation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Each query is independent - can't ask follow-ups like 'and for last quarter?'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57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7D91"/>
                </a:solidFill>
              </a:defRPr>
            </a:pPr>
            <a:r>
              <a:t>→ Solution: session state with conversation memory in Cloud Firestore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Small Eval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97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10 curated questions; production needs hundreds with continuous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572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7D91"/>
                </a:solidFill>
              </a:defRPr>
            </a:pPr>
            <a:r>
              <a:t>→ Solution: LLM-assisted ground truth generation + human review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Production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12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Local logs only - no metrics, traces, or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4864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7D91"/>
                </a:solidFill>
              </a:defRPr>
            </a:pPr>
            <a:r>
              <a:t>→ Solution: Cloud Monitoring + Cloud Trace + custom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7A33"/>
                </a:solidFill>
              </a:defRPr>
            </a:pPr>
            <a:r>
              <a:t>End-to-end RAG system with rigorous evaluation and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Ready for code &amp; design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2F2F2"/>
                </a:solidFill>
              </a:defRPr>
            </a:pPr>
            <a:r>
              <a:t>Architecture · Trade-offs · Implementation · Production · 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